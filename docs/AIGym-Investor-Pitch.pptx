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showing the live app on a phone, not the slide. The product exists and works — that is the strongest thing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Triple A Gym before the app. It is also every gym in Aaramoun.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60-second demo video here rather than describing the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skip past this slide. Owning the gap is more persuasive than papering over it, and the next 30 days close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052560" y="-1463040"/>
            <a:ext cx="4206240" cy="4206240"/>
          </a:xfrm>
          <a:prstGeom prst="rect">
            <a:avLst/>
          </a:prstGeom>
          <a:solidFill>
            <a:srgbClr val="F9E54C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29260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AIGym</a:t>
            </a:r>
            <a:endParaRPr lang="en-US" sz="5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749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9E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gym runs on a notebook. We replace the notebook.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3891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management, coaching on the floor, and an AI training assistant —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Lebanese gyms. Working product, live today.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triple-a.up.railway.app   ·   Triple A Gym, Aaramoun, Lebanon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gym owner runs a real business on paper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75488" cy="475488"/>
          </a:xfrm>
          <a:prstGeom prst="ellipse">
            <a:avLst/>
          </a:prstGeom>
          <a:solidFill>
            <a:srgbClr val="F9E5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746504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leaks quietly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2066544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Dues are tracked in a notebook. Members lapse and nobody notices until the month is over.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807208"/>
            <a:ext cx="475488" cy="475488"/>
          </a:xfrm>
          <a:prstGeom prst="ellipse">
            <a:avLst/>
          </a:prstGeom>
          <a:solidFill>
            <a:srgbClr val="F9E54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807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277063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 leave silently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309067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sees that a member stopped coming three weeks ago — until they are gone for good.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831336"/>
            <a:ext cx="475488" cy="475488"/>
          </a:xfrm>
          <a:prstGeom prst="ellipse">
            <a:avLst/>
          </a:prstGeom>
          <a:solidFill>
            <a:srgbClr val="F9E54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831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379476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coach carries it all in his head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148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session's weights, who is injured, who paid. Written on paper, or not at all.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855464"/>
            <a:ext cx="475488" cy="475488"/>
          </a:xfrm>
          <a:prstGeom prst="ellipse">
            <a:avLst/>
          </a:prstGeom>
          <a:solidFill>
            <a:srgbClr val="F9E54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855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81888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software does not fit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53312" y="513892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for a US gym on fibre, English-only, and useless during a power cut.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became true at once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191919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48840"/>
            <a:ext cx="475488" cy="475488"/>
          </a:xfrm>
          <a:prstGeom prst="ellipse">
            <a:avLst/>
          </a:prstGeom>
          <a:solidFill>
            <a:srgbClr val="F9E5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88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E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member has WhatsApp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4290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is solved and free. No SMS cost, no app install to reach a member.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191919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475488" cy="475488"/>
          </a:xfrm>
          <a:prstGeom prst="ellipse">
            <a:avLst/>
          </a:prstGeom>
          <a:solidFill>
            <a:srgbClr val="F9E5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788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E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got cheap enough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4290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per-member training and nutrition plan used to need a human hour. Now it needs a few cents and a coach's approval.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191919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2148840"/>
            <a:ext cx="475488" cy="475488"/>
          </a:xfrm>
          <a:prstGeom prst="ellipse">
            <a:avLst/>
          </a:prstGeom>
          <a:solidFill>
            <a:srgbClr val="F9E5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788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E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Phones replaced desktops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4290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gym floor never had a computer. Every coach and member already carries the device.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was true when the incumbents were designed. They are desktop-era products with a phone app bolted 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app, three people, one gym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19191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9E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phone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9748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member in under a minute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owes money, and how much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stopped coming — before they churn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reminders, one tap, in Arabic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19191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1965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9E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286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 iPad, on the floor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69748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in the gym right now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Unpaid dues and injuries, before the session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Sets, reps, weight and machine — tap, never type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member handled 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19191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21040" y="1965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9E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286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their own phone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69748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workout and the coach's videos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and booking with a coach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by photo, water, supplements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AI assistants to ask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 HERE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conditions, not translated into them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75488" cy="475488"/>
          </a:xfrm>
          <a:prstGeom prst="ellipse">
            <a:avLst/>
          </a:prstGeom>
          <a:solidFill>
            <a:srgbClr val="F9E5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74650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E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through a power cut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206654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queue on the device and sync when the connection returns. A generator restarting mid-session never loses a logged set.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816352"/>
            <a:ext cx="475488" cy="475488"/>
          </a:xfrm>
          <a:prstGeom prst="ellipse">
            <a:avLst/>
          </a:prstGeom>
          <a:solidFill>
            <a:srgbClr val="F9E54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816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277977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E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is a first language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309981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translation layer. Right-to-left throughout, in the Arabic a gym manager actually speaks.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849624"/>
            <a:ext cx="475488" cy="475488"/>
          </a:xfrm>
          <a:prstGeom prst="ellipse">
            <a:avLst/>
          </a:prstGeom>
          <a:solidFill>
            <a:srgbClr val="F9E54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849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381304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E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a cheap Android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330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200 KB of JavaScript, enforced on every build. Loads on the phone members already own.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882896"/>
            <a:ext cx="475488" cy="475488"/>
          </a:xfrm>
          <a:prstGeom prst="ellipse">
            <a:avLst/>
          </a:prstGeom>
          <a:solidFill>
            <a:srgbClr val="F9E54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882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8463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E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for a Beirut gym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53312" y="51663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incumbents cost more per month than many gyms can justify. Our competition is a notebook, and we price against what it loses them.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LAYER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coach stays in charge — by design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19191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AI does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688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plan from body data, lifestyle and injuries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a meal from a photo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the member's questions, day or night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the food the member reports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783080"/>
            <a:ext cx="5212080" cy="2286000"/>
          </a:xfrm>
          <a:prstGeom prst="roundRect">
            <a:avLst>
              <a:gd name="adj" fmla="val 4800"/>
            </a:avLst>
          </a:prstGeom>
          <a:solidFill>
            <a:srgbClr val="19191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9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 never allowed to do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4688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training programme or a calorie target. Those become a draft the coach approves — enforced in code, not by asking the model politely.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an investor should care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39776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difference between a tool coaches adopt and one they quietly sabotage. An assistant that rewrites programmes competes with the coach; ours makes him look good.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photos are private by default, and sharing is per-photo and explicit.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is serving this market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19191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110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Trainerize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58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~$248 / mo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19659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and scale. Check-in forms widely reported as fragmented; coaches still export to other tools.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816352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19191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944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Everfit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~$105 / mo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2999232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single-app client experience and multi-language. Still cloud-only, still priced for a Western studio.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849624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19191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TrueCoach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325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up to ~50 clients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4032504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well liked, but built for a solo online coach, not a gym floor.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882896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19191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5010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notebook + WhatsApp group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3583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5065776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incumbent in Lebanon, and the one we have to beat.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as listed publicly, 2026. Real bills commonly run higher once nutrition, automation and branding are added.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monthly subscription per gym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19191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E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[FILL: price / gym / mo]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price point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19191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E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[FILL: gyms in Lebanon]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880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market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19191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7532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E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[FILL: pilot gyms signed]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880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today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886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price is justified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297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sell features against Trainerize — we sell recovered money against a notebook. A gym that collects a handful of lapsed memberships it would otherwise have lost has paid for the year. That framing is why the guarantee on the next slide is affordable.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payments are tracked, not processed — no card rails, no PCI scope, no payment-provider dependency in v1.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MARKET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 in our own gym, then sell next door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94960" cy="1417320"/>
          </a:xfrm>
          <a:prstGeom prst="roundRect">
            <a:avLst>
              <a:gd name="adj" fmla="val 7742"/>
            </a:avLst>
          </a:prstGeom>
          <a:solidFill>
            <a:srgbClr val="19191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offer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5915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48 hours. We import your members from your notebook ourselves. Your staff tap; they never type.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19191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94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3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guarantee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35915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it does not recover more in missed dues than we charge you in the first 90 days, you do not pay."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475488" cy="475488"/>
          </a:xfrm>
          <a:prstGeom prst="ellipse">
            <a:avLst/>
          </a:prstGeom>
          <a:solidFill>
            <a:srgbClr val="F9E5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5021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E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350215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Triple A entirely on the app. Measure collection rate, lapsed members and signup time — before and after.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233672"/>
            <a:ext cx="475488" cy="475488"/>
          </a:xfrm>
          <a:prstGeom prst="ellipse">
            <a:avLst/>
          </a:prstGeom>
          <a:solidFill>
            <a:srgbClr val="F9E54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4233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353312" y="42153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E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days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788920" y="421538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 five paying pilot gyms nearby. Warm outreach and in-person visits, not ads — the market is small enough to walk.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946904"/>
            <a:ext cx="475488" cy="475488"/>
          </a:xfrm>
          <a:prstGeom prst="ellipse">
            <a:avLst/>
          </a:prstGeom>
          <a:solidFill>
            <a:srgbClr val="F9E54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9469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353312" y="49286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E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days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788920" y="492861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from our own gym plus pilot numbers. That is the traction slide, and the point at which raising makes sense.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true today — and what is not yet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19191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3C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live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688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product, deployed and in use for testing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surfaces complete, English and Arabic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 with coach approval built in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gym ready to run on it: Triple A, Aaramoun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783080"/>
            <a:ext cx="5212080" cy="2286000"/>
          </a:xfrm>
          <a:prstGeom prst="roundRect">
            <a:avLst>
              <a:gd name="adj" fmla="val 4800"/>
            </a:avLst>
          </a:prstGeom>
          <a:solidFill>
            <a:srgbClr val="19191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9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proven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4688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gyms: [FILL: 0 today — target 3–5 by day 60]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managed: [FILL: count once Triple A is live on it]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rate change: [FILL: before vs after, 30 days]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Lapsed members recovered: [FILL: count over 30 days]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3434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numbers are deliberately blank. They are 30 days of real usage away, and inventing them is the fastest way to lose a room.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one gym to many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14600" cy="2926080"/>
          </a:xfrm>
          <a:prstGeom prst="roundRect">
            <a:avLst>
              <a:gd name="adj" fmla="val 4364"/>
            </a:avLst>
          </a:prstGeom>
          <a:solidFill>
            <a:srgbClr val="19191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E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prototype, live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918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surfaces, both languages, deployed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10712" y="1920240"/>
            <a:ext cx="2514600" cy="2926080"/>
          </a:xfrm>
          <a:prstGeom prst="roundRect">
            <a:avLst>
              <a:gd name="adj" fmla="val 4364"/>
            </a:avLst>
          </a:prstGeom>
          <a:solidFill>
            <a:srgbClr val="19191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39312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E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2468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backend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39312" y="32918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per-gym data isolation, offline sync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81344" y="1920240"/>
            <a:ext cx="2514600" cy="2926080"/>
          </a:xfrm>
          <a:prstGeom prst="roundRect">
            <a:avLst>
              <a:gd name="adj" fmla="val 4364"/>
            </a:avLst>
          </a:prstGeom>
          <a:solidFill>
            <a:srgbClr val="19191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9944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E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9944" y="2468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production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9944" y="32918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generation, safety guardrails, evals in CI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51976" y="1920240"/>
            <a:ext cx="2514600" cy="2926080"/>
          </a:xfrm>
          <a:prstGeom prst="roundRect">
            <a:avLst>
              <a:gd name="adj" fmla="val 4364"/>
            </a:avLst>
          </a:prstGeom>
          <a:solidFill>
            <a:srgbClr val="19191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80576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E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80576" y="2468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it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180576" y="32918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signup, gym billing, owner analytics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2120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processing is deliberately late: Stripe does not support Lebanese businesses, so gym billing runs on local rails until that is worth solving properly.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Operators, not just builders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19191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103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E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Kassem Shehady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14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260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background, and your role at the gym]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212080" cy="2926080"/>
          </a:xfrm>
          <a:prstGeom prst="roundRect">
            <a:avLst>
              <a:gd name="adj" fmla="val 3750"/>
            </a:avLst>
          </a:prstGeom>
          <a:solidFill>
            <a:srgbClr val="19191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2940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unfair advantage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56032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own a gym. Triple A in Aaramoun is the first customer, the test lab and the case study — with coaches Karim, Abed and Assaf using it daily. Most founders in this category have to guess what a gym floor needs; we watch it every evening.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1463040" y="4937760"/>
            <a:ext cx="4023360" cy="4023360"/>
          </a:xfrm>
          <a:prstGeom prst="rect">
            <a:avLst/>
          </a:prstGeom>
          <a:solidFill>
            <a:srgbClr val="F9E5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[FILL: amount] to reach [FILL: milestone]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651760" y="1920240"/>
            <a:ext cx="8869680" cy="1051560"/>
          </a:xfrm>
          <a:prstGeom prst="roundRect">
            <a:avLst>
              <a:gd name="adj" fmla="val 10435"/>
            </a:avLst>
          </a:prstGeom>
          <a:solidFill>
            <a:srgbClr val="19191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92608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%]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224942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offline sync, AI in production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74520" y="2212848"/>
            <a:ext cx="475488" cy="475488"/>
          </a:xfrm>
          <a:prstGeom prst="ellipse">
            <a:avLst/>
          </a:prstGeom>
          <a:solidFill>
            <a:srgbClr val="F9E54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87452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651760" y="3127248"/>
            <a:ext cx="8869680" cy="1051560"/>
          </a:xfrm>
          <a:prstGeom prst="roundRect">
            <a:avLst>
              <a:gd name="adj" fmla="val 10435"/>
            </a:avLst>
          </a:prstGeom>
          <a:solidFill>
            <a:srgbClr val="19191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26080" y="3310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market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36758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%]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345643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gyms, onboarding, case studies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74520" y="3419856"/>
            <a:ext cx="475488" cy="475488"/>
          </a:xfrm>
          <a:prstGeom prst="ellipse">
            <a:avLst/>
          </a:prstGeom>
          <a:solidFill>
            <a:srgbClr val="F9E5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874520" y="3419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2651760" y="4334256"/>
            <a:ext cx="8869680" cy="1051560"/>
          </a:xfrm>
          <a:prstGeom prst="roundRect">
            <a:avLst>
              <a:gd name="adj" fmla="val 10435"/>
            </a:avLst>
          </a:prstGeom>
          <a:solidFill>
            <a:srgbClr val="19191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926080" y="45171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2926080" y="48828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months]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4663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paying gyms and repeatable sales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874520" y="4626864"/>
            <a:ext cx="475488" cy="475488"/>
          </a:xfrm>
          <a:prstGeom prst="ellipse">
            <a:avLst/>
          </a:prstGeom>
          <a:solidFill>
            <a:srgbClr val="F9E54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874520" y="4626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2651760" y="5669280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working: triple-a.up.railway.app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and what is real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881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pricing: Everfit and Trainerize public pricing pages and 2026 comparison reviews (fitbudd.com, blog.everfit.io, trainerize.com).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positioning: Glofox "best gym management software 2026"; Gymdesk Mindbody alternatives; Zen Planner kiosk documentation.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fitness landscape: 2026 reviews of Fitbod, Freeletics, Trainera (sensai.fit, rizin.app).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claims in this deck describe software that is built and deployed — every screen shown exists and runs.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figure marked [FILL: …] is a number we have not measured yet. It is left blank on purpose rather than estimated.</a:t>
            </a:r>
            <a:endParaRPr lang="en-US" sz="1350" dirty="0"/>
          </a:p>
        </p:txBody>
      </p:sp>
      <p:pic>
        <p:nvPicPr>
          <p:cNvPr id="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21208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AIGym — Investor Pitch</dc:title>
  <dc:subject>PptxGenJS Presentation</dc:subject>
  <dc:creator>Triple A Gym</dc:creator>
  <cp:lastModifiedBy>Triple A Gym</cp:lastModifiedBy>
  <cp:revision>1</cp:revision>
  <dcterms:created xsi:type="dcterms:W3CDTF">2026-09-11T11:32:20Z</dcterms:created>
  <dcterms:modified xsi:type="dcterms:W3CDTF">2026-09-11T11:32:20Z</dcterms:modified>
</cp:coreProperties>
</file>